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87831" y="723801"/>
            <a:ext cx="30409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Marketplace GTM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941009"/>
            <a:ext cx="1667827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GET FOUND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3554843"/>
            <a:ext cx="14225589" cy="2447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 the listing for humans and agents.</a:t>
            </a:r>
            <a:endParaRPr lang="en-US" sz="9300" dirty="0"/>
          </a:p>
        </p:txBody>
      </p:sp>
      <p:sp>
        <p:nvSpPr>
          <p:cNvPr id="8" name="Text 5"/>
          <p:cNvSpPr/>
          <p:nvPr/>
        </p:nvSpPr>
        <p:spPr>
          <a:xfrm>
            <a:off x="1047750" y="632569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buyer skimming for ten seconds and an AI agent parsing your text should both “get it” instantly. Today we rewrite yours so they do.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391717"/>
            <a:ext cx="334485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listed to bought.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4391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most listings die quietly.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They’re written for someone who already knows your name. The buyer who doesn’t — and the agent shopping on their behalf —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get past the first line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MISTAKE 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Clever over clear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cute name and a slogan instead of the problem you solve. Nobody searches for your wordplay.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658692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4012076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MISTAKE TWO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44169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 to search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926377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category, no buyer keywords — you only surface for people who already typed your brand.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MISTAKE THREE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Illegible to LLMs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prose blob an agent can’t parse into capabilities, units, and use-cases to match a requirement.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SHIFT YOU’RE WRITING FOR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of Marketplace queries are requirement-shaped, not branded.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“X for HIPAA workloads,” “X with SSO.” If your listing only answers to your name, you’re invisible to the buyers actually shopping.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05323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THE FRAME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axes a strong listing scores on.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942292"/>
            <a:ext cx="4572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479932"/>
            <a:ext cx="444246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19750" y="3942292"/>
            <a:ext cx="11620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8" name="Text 6"/>
          <p:cNvSpPr/>
          <p:nvPr/>
        </p:nvSpPr>
        <p:spPr>
          <a:xfrm>
            <a:off x="5619750" y="3479932"/>
            <a:ext cx="1170241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TEST IT HAS TO PASS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674196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152900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clarity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619750" y="4674196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5619750" y="4152900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stranger reads the title and can say what you do, for whom — in one breath.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406099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884804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Buyer-outcome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5619750" y="5406099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5619750" y="4884804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sentence names the buyer’s outcome or problem, not your feature list.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47750" y="6138003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5616708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Machine-readability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619750" y="6138003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5619750" y="5616708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Capabilities, limits, units, integrations in structure an agent can parse.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47750" y="6869907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6348611"/>
            <a:ext cx="444246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coverage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5619750" y="6869907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5619750" y="6348611"/>
            <a:ext cx="1170241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appear for the requirement-shaped queries your buyers actually type.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47750" y="7080515"/>
            <a:ext cx="444246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619750" y="7080515"/>
            <a:ext cx="11702415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outcomes, logos, quantified results — not adjectives and “leading.”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829945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LIVE BUILD · SCORE YOUR LISTING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the listing you have today.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open your live listing and score it together,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 per axis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lowest scores tell us exactly what the rewrite has to fix.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548188"/>
            <a:ext cx="4572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085828"/>
            <a:ext cx="444246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19750" y="4548188"/>
            <a:ext cx="3429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5619750" y="4085828"/>
            <a:ext cx="326517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0 / 1 / 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48751" y="4548188"/>
            <a:ext cx="8191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9048751" y="4085828"/>
            <a:ext cx="817054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WE’D CHANGE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5298612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758796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clarity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619750" y="5298612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Shape 13"/>
          <p:cNvSpPr/>
          <p:nvPr/>
        </p:nvSpPr>
        <p:spPr>
          <a:xfrm>
            <a:off x="5619750" y="5015343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6" name="Shape 14"/>
          <p:cNvSpPr/>
          <p:nvPr/>
        </p:nvSpPr>
        <p:spPr>
          <a:xfrm>
            <a:off x="9048751" y="5298612"/>
            <a:ext cx="8191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8751" y="5015343"/>
            <a:ext cx="495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6049037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5509221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Buyer-outcome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619750" y="6049037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19750" y="5765767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2" name="Shape 20"/>
          <p:cNvSpPr/>
          <p:nvPr/>
        </p:nvSpPr>
        <p:spPr>
          <a:xfrm>
            <a:off x="9048751" y="6049037"/>
            <a:ext cx="8191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8751" y="5765767"/>
            <a:ext cx="495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6799461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6259645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Machine-readability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619750" y="6799461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Shape 25"/>
          <p:cNvSpPr/>
          <p:nvPr/>
        </p:nvSpPr>
        <p:spPr>
          <a:xfrm>
            <a:off x="5619750" y="6516192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8" name="Shape 26"/>
          <p:cNvSpPr/>
          <p:nvPr/>
        </p:nvSpPr>
        <p:spPr>
          <a:xfrm>
            <a:off x="9048751" y="6799461"/>
            <a:ext cx="8191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8751" y="6516192"/>
            <a:ext cx="495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7750" y="7549886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7010070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coverage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5619750" y="7549886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3" name="Shape 31"/>
          <p:cNvSpPr/>
          <p:nvPr/>
        </p:nvSpPr>
        <p:spPr>
          <a:xfrm>
            <a:off x="5619750" y="7266616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4" name="Shape 32"/>
          <p:cNvSpPr/>
          <p:nvPr/>
        </p:nvSpPr>
        <p:spPr>
          <a:xfrm>
            <a:off x="9048751" y="7549886"/>
            <a:ext cx="8191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5" name="Shape 33"/>
          <p:cNvSpPr/>
          <p:nvPr/>
        </p:nvSpPr>
        <p:spPr>
          <a:xfrm>
            <a:off x="9048751" y="7266616"/>
            <a:ext cx="495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750" y="7760494"/>
            <a:ext cx="4442460" cy="38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5619750" y="8017041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8" name="Shape 36"/>
          <p:cNvSpPr/>
          <p:nvPr/>
        </p:nvSpPr>
        <p:spPr>
          <a:xfrm>
            <a:off x="9048751" y="8017041"/>
            <a:ext cx="495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05323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THE TITLE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title formula.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title is the one line everyone — and every agent — reads first. It carries the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buyer’s outcome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the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they search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 plain words.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LEAD WITH THE OUTCOME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they’re shopping for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your product’s mechanism. The buyer is searching for an end state, not your architecture.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NAME THE CATEGORY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literal words they type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category a buyer or agent actually searches — not your coined term for it.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STRONG VS. WEAK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“Cut EKS spend 30% — Kubernetes cost optimization for FinOps teams.”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“Nimbus — intelligent cloud orchestration, reimagined.” One is an answer to a search; the other is wordplay.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636932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THE SHORT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≤280 characters that a skimmer and a parser both keep.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short description is your search snippet and the chunk an agent ingests. It has one job: confirm, in seconds, that you solve the thing they came for.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THE HUMAN SKIMMER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clear claim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is, who it’s for, the outcome — no jargon, no “next-generation.” Readable at a glance.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THE AGENT PARSER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Literal, matchable terms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nouns: the category, the integration, the constraint. Words an agent can match to a requirement.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DISCIPLINE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can’t say it in 280 characters, you don’t know what you sell yet.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draft yours live, count it, and cut until both audiences pass.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61763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THE LONG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long-description spine.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sections, always in this order. It reads as a story to a human and as clean structure to a machine —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prose blob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293897"/>
            <a:ext cx="16192501" cy="5803801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5401" y="4644430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Shape 6"/>
          <p:cNvSpPr/>
          <p:nvPr/>
        </p:nvSpPr>
        <p:spPr>
          <a:xfrm>
            <a:off x="1515401" y="3418747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9" name="Text 7"/>
          <p:cNvSpPr/>
          <p:nvPr/>
        </p:nvSpPr>
        <p:spPr>
          <a:xfrm>
            <a:off x="1591469" y="3676882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Problem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48969" y="3676882"/>
            <a:ext cx="12614990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pain the buyer arrived with — in their words, so they feel seen in the first two lines.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515401" y="5510114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469" y="4902564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Outcome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48969" y="4902564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life looks like after you — the measurable result, stated up front.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515401" y="6375797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591469" y="5768248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How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48969" y="5768248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mechanism, briefly — enough that a technical buyer trusts it works.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515401" y="7241481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591469" y="6633931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Proof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48969" y="6633931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Named results, logos, numbers — evidence, not adjectives.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515401" y="8107165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1591469" y="7499615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· Who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448969" y="7499615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ICP, explicitly — who this is for and, just as useful, who it isn’t.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591469" y="8365299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· Get started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448969" y="8365299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next step with zero ambiguity — try, subscribe, or contract. No dead ends.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79038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DISCOVERY COVERAGE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 &amp; categories to claim.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 the queries your buyers actually run, then make sure every one has a home in your listing and category selections.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960442"/>
            <a:ext cx="3048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498082"/>
            <a:ext cx="287274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 TYPE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95750" y="4960442"/>
            <a:ext cx="5334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4095750" y="4498082"/>
            <a:ext cx="522732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 SHAPE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29751" y="4960442"/>
            <a:ext cx="7810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1" y="4498082"/>
            <a:ext cx="777811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CLAIM 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5692345"/>
            <a:ext cx="3048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171050"/>
            <a:ext cx="287274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4095750" y="5692345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4095750" y="5171050"/>
            <a:ext cx="522732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“X for HIPAA workloads”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1" y="5692345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1" y="5171050"/>
            <a:ext cx="777811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most real buyers (and agents) start — intent, not brand.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6424249"/>
            <a:ext cx="3048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5902954"/>
            <a:ext cx="287274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4095750" y="6424249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4095750" y="5902954"/>
            <a:ext cx="522732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“reduce EKS spend”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29751" y="6424249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9429751" y="5902954"/>
            <a:ext cx="777811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result-shaped search that signals a ready buyer.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7156153"/>
            <a:ext cx="3048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6634857"/>
            <a:ext cx="287274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4095750" y="7156153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4095750" y="6634857"/>
            <a:ext cx="522732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“X with Snowflake / SSO”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1" y="7156153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9" name="Text 27"/>
          <p:cNvSpPr/>
          <p:nvPr/>
        </p:nvSpPr>
        <p:spPr>
          <a:xfrm>
            <a:off x="9429751" y="6634857"/>
            <a:ext cx="777811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Buyers filter on what it plugs into before they read you.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047750" y="7366761"/>
            <a:ext cx="287274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4095750" y="7366761"/>
            <a:ext cx="522732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“cloud cost optimization”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29751" y="7366761"/>
            <a:ext cx="7778116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shelf you want to appear on — pick the one buyers browse.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0183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CLEAR THE PATH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 &amp; security stallers — fix these first.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perfect title doesn’t matter if the buyer gets found, gets interested, then hits a wall their security team won’t clear. We surface yours now.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605118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640457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683418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posture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731887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Compliance, certifications, and data handling stated — not “contact us.” Agents and security teams both check.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6051186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6404571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6834188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&amp; SLA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7318871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they get and how fast — stated, so procurement can tick the box without an email thread.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605118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640457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683418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path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731887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contract or private-offer path that doesn’t need a human handshake just to start evaluating.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it, then send me the URL.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rewrite isn’t done until it’s live. This week it goes into your AWS Marketplace portal and onto the real listing buyers see.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02923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86804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Text 6"/>
          <p:cNvSpPr/>
          <p:nvPr/>
        </p:nvSpPr>
        <p:spPr>
          <a:xfrm>
            <a:off x="1123818" y="4305763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352" y="4117744"/>
            <a:ext cx="809846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new title, short, and long copy into the AWS MP portal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2114352" y="4492294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rewrite goes live.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83183" y="426343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7750" y="619042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818" y="546695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4352" y="5278934"/>
            <a:ext cx="570249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categories and keywords we mapped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2114352" y="565348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the discovery coverage.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783183" y="542462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7750" y="735161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818" y="662814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352" y="6440124"/>
            <a:ext cx="599665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the Listing Optimizer skill on one variant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114352" y="681467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operator warm.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83183" y="658581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7750" y="851280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818" y="778933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14352" y="7601314"/>
            <a:ext cx="697227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me the live listing URL for an async markup round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2114352" y="797586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red-line before session 3.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783183" y="774700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3287448"/>
            <a:ext cx="14716126" cy="112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 is the floor. Next: bought.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4758035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week, session 3: a pricing story that survives procurement — the value metric, the three-tier ladder, and the narrative your champion repeats.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6148586"/>
            <a:ext cx="4304771" cy="687917"/>
          </a:xfrm>
          <a:prstGeom prst="roundRect">
            <a:avLst>
              <a:gd name="adj" fmla="val 50000"/>
            </a:avLst>
          </a:prstGeom>
          <a:solidFill>
            <a:srgbClr val="F3E2FD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6339086"/>
            <a:ext cx="351951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0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itsrondavis.com · Book a call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9391717"/>
            <a:ext cx="31433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95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3 · Get bought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2026-06-09T20:29:51Z</dcterms:created>
  <dcterms:modified xsi:type="dcterms:W3CDTF">2026-06-09T20:29:51Z</dcterms:modified>
</cp:coreProperties>
</file>
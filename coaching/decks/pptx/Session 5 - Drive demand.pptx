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287831" y="723801"/>
            <a:ext cx="304099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Marketplace GTM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941009"/>
            <a:ext cx="1667827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DRIVE DEMAND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3554843"/>
            <a:ext cx="14225589" cy="2447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300" b="1" spc="-27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listing doesn’t sell itself.</a:t>
            </a:r>
            <a:endParaRPr lang="en-US" sz="9300" dirty="0"/>
          </a:p>
        </p:txBody>
      </p:sp>
      <p:sp>
        <p:nvSpPr>
          <p:cNvPr id="8" name="Text 5"/>
          <p:cNvSpPr/>
          <p:nvPr/>
        </p:nvSpPr>
        <p:spPr>
          <a:xfrm>
            <a:off x="1047750" y="6325692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storefront generates nothing on its own. Today we build the 4-week demand engine that drives the right buyers to it — and we draft week one live.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391717"/>
            <a:ext cx="334485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022917" y="9381133"/>
            <a:ext cx="33138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listed to bought.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2462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THE THESIS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sentence the whole campaign defends.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channels or content, we lock the thesis — the single claim every piece of the campaign proves.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thesis, no through-line; just noise.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029770"/>
            <a:ext cx="16192501" cy="2270787"/>
          </a:xfrm>
          <a:prstGeom prst="roundRect">
            <a:avLst>
              <a:gd name="adj" fmla="val 5033"/>
            </a:avLst>
          </a:prstGeom>
          <a:solidFill>
            <a:srgbClr val="F3E2FD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029770"/>
            <a:ext cx="28443" cy="2270787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504818" y="4391587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TEMPLATE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4818" y="4802188"/>
            <a:ext cx="15736716" cy="729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900" b="1" spc="-58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, we deliver , proven by .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504818" y="5607514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ICP · the outcome · the proof. We write yours live, then judge every idea against it: does this prove the thesis, or just fill the calendar?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6719590"/>
            <a:ext cx="16192501" cy="1642236"/>
          </a:xfrm>
          <a:prstGeom prst="roundRect">
            <a:avLst>
              <a:gd name="adj" fmla="val 6960"/>
            </a:avLst>
          </a:prstGeom>
          <a:solidFill>
            <a:srgbClr val="F3E2F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6719590"/>
            <a:ext cx="28443" cy="1642236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1504818" y="708140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DISCIPLINE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4818" y="7492008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post, asset, and email this month exists to make this one sentence believable.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4391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THE CHANNEL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your buyer actually pays attention.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don’t need every channel — you need the one or two where your ICP already spends attention. We pick by where they are, not where it’s easy to post.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6051186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640457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 THEM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6834188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they gather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7318871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feed, newsletter, community, or search surface your specific buyer checks on a workday.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6051186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6404571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MATCH THE MODE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6834188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they consume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7318871"/>
            <a:ext cx="459589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Skim a post, read a teardown, watch a demo? The format follows the buyer, not your preference.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6051186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6061770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6404571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CONCENTRATE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6834188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deep, not wide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7318871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channel done consistently beats five done occasionally. We pick the smallest set that works.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63234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THE SEQUENCE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weeks, one build to the buy.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sequence escalates: earn attention, prove you’re real, make the offer, then loop in AWS and retarget.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week sets up the next.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725664"/>
            <a:ext cx="3876642" cy="4940267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9333" y="4079048"/>
            <a:ext cx="318628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1439333" y="4802849"/>
            <a:ext cx="318628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POV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39333" y="5287533"/>
            <a:ext cx="3186280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point of view that earns attention from your ICP — opinion, not announcement.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52926" y="3725664"/>
            <a:ext cx="3876808" cy="4940267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4509" y="4079048"/>
            <a:ext cx="318645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W2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5544509" y="4802849"/>
            <a:ext cx="31864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44509" y="5287533"/>
            <a:ext cx="3186450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the POV is real — a result, teardown, or case that converts skeptics.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58267" y="3725664"/>
            <a:ext cx="3876642" cy="4940267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9851" y="4079048"/>
            <a:ext cx="318628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W3</a:t>
            </a:r>
            <a:endParaRPr lang="en-US" sz="4350" dirty="0"/>
          </a:p>
        </p:txBody>
      </p:sp>
      <p:sp>
        <p:nvSpPr>
          <p:cNvPr id="16" name="Text 14"/>
          <p:cNvSpPr/>
          <p:nvPr/>
        </p:nvSpPr>
        <p:spPr>
          <a:xfrm>
            <a:off x="9649851" y="4802849"/>
            <a:ext cx="318628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49851" y="5287533"/>
            <a:ext cx="3186280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clear next step — demo, trial, or private offer — for the attention you’ve earned.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363444" y="3725664"/>
            <a:ext cx="3876808" cy="4940267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55027" y="4079048"/>
            <a:ext cx="318645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W4</a:t>
            </a:r>
            <a:endParaRPr lang="en-US" sz="4350" dirty="0"/>
          </a:p>
        </p:txBody>
      </p:sp>
      <p:sp>
        <p:nvSpPr>
          <p:cNvPr id="20" name="Text 18"/>
          <p:cNvSpPr/>
          <p:nvPr/>
        </p:nvSpPr>
        <p:spPr>
          <a:xfrm>
            <a:off x="13755027" y="4802849"/>
            <a:ext cx="31864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Co-sell + retarget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55027" y="5287533"/>
            <a:ext cx="3186450" cy="1363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 in the AWS field and re-touch everyone who engaged. Bridges to session 6.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63234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WEEK 1 · POV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1: earn the attention.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 leads with a point of view your buyer can’t scroll past — channel, asset, and hook chosen to start a conversation, not announce a product.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016871"/>
            <a:ext cx="3429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554512"/>
            <a:ext cx="326517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76750" y="4016871"/>
            <a:ext cx="12763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4476750" y="3554512"/>
            <a:ext cx="1287970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1 CHOICE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4767296"/>
            <a:ext cx="3429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227480"/>
            <a:ext cx="326517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476750" y="4767296"/>
            <a:ext cx="12763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476750" y="4484026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5517720"/>
            <a:ext cx="3429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4977904"/>
            <a:ext cx="326517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4476750" y="5517720"/>
            <a:ext cx="12763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4476750" y="5234451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5728329"/>
            <a:ext cx="3265170" cy="38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4476750" y="5984875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2" name="Text 20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TEST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your POV could be your competitor’s too, it’s not a POV — it’s a brochure.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 has to take a stance only you would take.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0183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WEEK 2 · PROOF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2: make it undeniable.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without proof evaporates. Week 2’s job is one credible piece of evidence that turns “interesting” into “I should look at this.”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658692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1207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44169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result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92637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specific, quantified outcome a real customer got — number and name, not “up to X%.”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3658692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4012076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4441693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Teardown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4926377"/>
            <a:ext cx="459589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work — a public breakdown that demonstrates the POV in action on a real example.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3658692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4012076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444169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case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4926377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before/after on one buyer’s problem — small, concrete, repeatable to the next prospect.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RULE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is specific or it’s nothing. Adjectives don’t convert; evidence does.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one proof asset you can actually produce this week — shipped beats perfect.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0183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WEEK 3 · OFFER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3: make the offer.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You’ve earned attention and proven you’re real — now ask for the next step. One clear offer, matched to how ready your buyer is to commit.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326394"/>
            <a:ext cx="28575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864034"/>
            <a:ext cx="2676525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05250" y="5326394"/>
            <a:ext cx="6096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3905250" y="4864034"/>
            <a:ext cx="601218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THE BUYER WHO…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01250" y="5326394"/>
            <a:ext cx="72390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1" name="Text 9"/>
          <p:cNvSpPr/>
          <p:nvPr/>
        </p:nvSpPr>
        <p:spPr>
          <a:xfrm>
            <a:off x="10001250" y="4864034"/>
            <a:ext cx="7189471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ASK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058297"/>
            <a:ext cx="2857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537002"/>
            <a:ext cx="267652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905250" y="6058297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3905250" y="5537002"/>
            <a:ext cx="601218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learns by doing, low risk tolerance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001250" y="6058297"/>
            <a:ext cx="72390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01250" y="5537002"/>
            <a:ext cx="7189471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“Start free — self-serve, no call needed.”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47750" y="6790201"/>
            <a:ext cx="2857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268906"/>
            <a:ext cx="2676525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3905250" y="6790201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3905250" y="6268906"/>
            <a:ext cx="601218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to see it work before committing time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0001250" y="6790201"/>
            <a:ext cx="72390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01250" y="6268906"/>
            <a:ext cx="7189471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“Book 30 minutes — I’ll show you on your data.”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47750" y="7000809"/>
            <a:ext cx="2676525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offer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3905250" y="7000809"/>
            <a:ext cx="601218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ready and wants terms that fit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0001250" y="7000809"/>
            <a:ext cx="7189471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“Let’s structure a private offer for your scale.”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752736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WEEK 4 · CO-SELL + RETARGET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4: multiply and re-touch.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campaign doesn’t end at the offer. Week 4 loops in the AWS field and re-touches everyone who engaged — and hands directly into session 6.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658692"/>
            <a:ext cx="798198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12076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MULTIPLY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441693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Co-sell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926377"/>
            <a:ext cx="7414781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proof and the offer to your AWS account team — give the field a reason and a way to sell with you. Session 6 makes this a repeatable motion.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3658692"/>
            <a:ext cx="798198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68851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9851" y="4012076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9851" y="4441693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9851" y="4926377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Re-touch everyone who engaged but didn’t act. The second touch closes the buyers the first one warmed up.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BRIDGE TO SESSION 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is where demand-gen and co-sell become one motion.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session we turn the AWS account team into a force multiplier — the ACE opportunity and the outreach.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810647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LIVE BUILD · 3 HOOKS + 1 EMAIL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it live — credible voice, no hype.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write three LinkedIn hooks and one email together, in a voice your buyer trusts. No “game-changing,” no “revolutionary” — just the POV, said plainly.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908311"/>
            <a:ext cx="3876642" cy="275762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5918895"/>
            <a:ext cx="28443" cy="27364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6261696"/>
            <a:ext cx="3186280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 1 · THE CONTRARIAN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6987646"/>
            <a:ext cx="3186280" cy="1363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“Everyone tells you to ___. Here’s why that’s costing you ___ — and what I’d do instead.”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52926" y="5908311"/>
            <a:ext cx="3876808" cy="275762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3509" y="5918895"/>
            <a:ext cx="28443" cy="27364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2" name="Text 10"/>
          <p:cNvSpPr/>
          <p:nvPr/>
        </p:nvSpPr>
        <p:spPr>
          <a:xfrm>
            <a:off x="5544509" y="6261696"/>
            <a:ext cx="3186450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 2 · THE RESULT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44509" y="6987646"/>
            <a:ext cx="3186450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“We helped [buyer] go from ___ to ___ in ___. The one change that did it:”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58267" y="5908311"/>
            <a:ext cx="3876642" cy="275762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68851" y="5918895"/>
            <a:ext cx="28443" cy="27364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6" name="Text 14"/>
          <p:cNvSpPr/>
          <p:nvPr/>
        </p:nvSpPr>
        <p:spPr>
          <a:xfrm>
            <a:off x="9649851" y="6261696"/>
            <a:ext cx="3186280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 3 · THE QUESTION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49851" y="6987646"/>
            <a:ext cx="3186280" cy="1363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“If an AI agent shopped your category today, would it even find you? Most can’t. Here’s the test.”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363444" y="5908311"/>
            <a:ext cx="3876808" cy="275762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374027" y="5918895"/>
            <a:ext cx="28443" cy="27364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0" name="Text 18"/>
          <p:cNvSpPr/>
          <p:nvPr/>
        </p:nvSpPr>
        <p:spPr>
          <a:xfrm>
            <a:off x="13755027" y="6261696"/>
            <a:ext cx="3186450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EMAIL · ≤120 WORDS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55027" y="6987646"/>
            <a:ext cx="3186450" cy="1363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→ the buyer’s problem → the proof → one clear next step. Sent to the warm list from weeks 1–2.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71414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5 · THE ONE METRIC · HOMEWORK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one number. Cut one.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campaigns drown in dashboards. We name the single metric that says it’s working — and the vanity metric to stop watching so you don’t fool yourself.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70664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717231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60032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WATCH THIS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489649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 qualified lead rate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97433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 that ties the campaign to pipeline. If this moves, the engine works.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370664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68851" y="3717231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9851" y="4060032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CUT THIS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9851" y="4489649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 / likes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9851" y="497433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Feels like progress, predicts nothing. Stop reporting it; it only flatters the calendar.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7494158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332968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818" y="6770688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4352" y="6582669"/>
            <a:ext cx="839193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all of week 1 — channel, asset, hook — in your scheduler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2114352" y="6957219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engine starts.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783183" y="6728354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7750" y="8655348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818" y="7931878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14352" y="7743859"/>
            <a:ext cx="807070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tracking for the one metric; stop reporting the vanity one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2114352" y="8118409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what matters.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783183" y="7889545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742737"/>
            <a:ext cx="14716126" cy="221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250" b="1" spc="-2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is flowing. Next: multiply it.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047750" y="5302912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week, session 6: we make AWS sell with you — the outreach to the field, the ACE opportunity, and the follow-up cadence that turns reps into a channel.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6693462"/>
            <a:ext cx="4304771" cy="687917"/>
          </a:xfrm>
          <a:prstGeom prst="roundRect">
            <a:avLst>
              <a:gd name="adj" fmla="val 50000"/>
            </a:avLst>
          </a:prstGeom>
          <a:solidFill>
            <a:srgbClr val="F3E2FD"/>
          </a:solidFill>
          <a:ln/>
        </p:spPr>
      </p:sp>
      <p:sp>
        <p:nvSpPr>
          <p:cNvPr id="9" name="Text 6"/>
          <p:cNvSpPr/>
          <p:nvPr/>
        </p:nvSpPr>
        <p:spPr>
          <a:xfrm>
            <a:off x="1504950" y="6883962"/>
            <a:ext cx="351951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0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itsrondavis.com · Book a call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9391717"/>
            <a:ext cx="31433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95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315282" y="9381133"/>
            <a:ext cx="301271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Multiply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2026-06-09T20:30:18Z</dcterms:created>
  <dcterms:modified xsi:type="dcterms:W3CDTF">2026-06-09T20:30:18Z</dcterms:modified>
</cp:coreProperties>
</file>